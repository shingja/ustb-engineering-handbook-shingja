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latin typeface="微软雅黑"/>
              </a:defRPr>
            </a:pPr>
            <a:r>
              <a:t>答辩骨架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微软雅黑"/>
              </a:defRPr>
            </a:pPr>
            <a:r>
              <a:t>shingja 的工科生手册 · 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430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作者 shingja · https://github.com/shingja/ustb-engineering-handbook-shingja · MIT⁠​‌‌​​‌​‌​‌‌‌​​‌‌​‌‌​‌​​​​​‌​‌‌‌‌​‌‌​‌‌‌‌​‌‌​​‌‌​​‌‌​​‌‌​​‌‌​‌​​‌​‌‌​​​‌‌​‌‌​​‌​‌⁠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微软雅黑"/>
              </a:defRPr>
            </a:pPr>
            <a:r>
              <a:t>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latin typeface="微软雅黑"/>
              </a:defRPr>
            </a:pPr>
            <a:r>
              <a:t>• 问题从哪来：场景 + 受影响的人</a:t>
            </a:r>
          </a:p>
          <a:p>
            <a:pPr>
              <a:spcAft>
                <a:spcPts val="1400"/>
              </a:spcAft>
              <a:defRPr sz="2000">
                <a:latin typeface="微软雅黑"/>
              </a:defRPr>
            </a:pPr>
            <a:r>
              <a:t>• 现有方案缺什么：一条一条列</a:t>
            </a:r>
          </a:p>
          <a:p>
            <a:pPr>
              <a:spcAft>
                <a:spcPts val="1400"/>
              </a:spcAft>
              <a:defRPr sz="2000">
                <a:latin typeface="微软雅黑"/>
              </a:defRPr>
            </a:pPr>
            <a:r>
              <a:t>• 为什么现在值得做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430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作者 shingja · https://github.com/shingja/ustb-engineering-handbook-shingja · MIT⁠​‌‌​​‌​‌​‌‌‌​​‌‌​‌‌​‌​​​​​‌​‌‌‌‌​‌‌​‌‌‌‌​‌‌​​‌‌​​‌‌​​‌‌​​‌‌​‌​​‌​‌‌​​​‌‌​‌‌​​‌​‌⁠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微软雅黑"/>
              </a:defRPr>
            </a:pPr>
            <a:r>
              <a:t>目标与指标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latin typeface="微软雅黑"/>
              </a:defRPr>
            </a:pPr>
            <a:r>
              <a:t>• 目标：可验证的结果</a:t>
            </a:r>
          </a:p>
          <a:p>
            <a:pPr>
              <a:spcAft>
                <a:spcPts val="1400"/>
              </a:spcAft>
              <a:defRPr sz="2000">
                <a:latin typeface="微软雅黑"/>
              </a:defRPr>
            </a:pPr>
            <a:r>
              <a:t>• 指标：数量、精度、时间、成本</a:t>
            </a:r>
          </a:p>
          <a:p>
            <a:pPr>
              <a:spcAft>
                <a:spcPts val="1400"/>
              </a:spcAft>
              <a:defRPr sz="2000">
                <a:latin typeface="微软雅黑"/>
              </a:defRPr>
            </a:pPr>
            <a:r>
              <a:t>• 最低可接受结果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430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作者 shingja · https://github.com/shingja/ustb-engineering-handbook-shingja · MIT⁠​‌‌​​‌​‌​‌‌‌​​‌‌​‌‌​‌​​​​​‌​‌‌‌‌​‌‌​‌‌‌‌​‌‌​​‌‌​​‌‌​​‌‌​​‌‌​‌​​‌​‌‌​​​‌‌​‌‌​​‌​‌⁠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微软雅黑"/>
              </a:defRPr>
            </a:pPr>
            <a:r>
              <a:t>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latin typeface="微软雅黑"/>
              </a:defRPr>
            </a:pPr>
            <a:r>
              <a:t>• 总体技术路线图</a:t>
            </a:r>
          </a:p>
          <a:p>
            <a:pPr>
              <a:spcAft>
                <a:spcPts val="1400"/>
              </a:spcAft>
              <a:defRPr sz="2000">
                <a:latin typeface="微软雅黑"/>
              </a:defRPr>
            </a:pPr>
            <a:r>
              <a:t>• 关键模块与接口</a:t>
            </a:r>
          </a:p>
          <a:p>
            <a:pPr>
              <a:spcAft>
                <a:spcPts val="1400"/>
              </a:spcAft>
              <a:defRPr sz="2000">
                <a:latin typeface="微软雅黑"/>
              </a:defRPr>
            </a:pPr>
            <a:r>
              <a:t>• 关键选型与取舍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430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作者 shingja · https://github.com/shingja/ustb-engineering-handbook-shingja · MIT⁠​‌‌​​‌​‌​‌‌‌​​‌‌​‌‌​‌​​​​​‌​‌‌‌‌​‌‌​‌‌‌‌​‌‌​​‌‌​​‌‌​​‌‌​​‌‌​‌​​‌​‌‌​​​‌‌​‌‌​​‌​‌⁠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微软雅黑"/>
              </a:defRPr>
            </a:pPr>
            <a:r>
              <a:t>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latin typeface="微软雅黑"/>
              </a:defRPr>
            </a:pPr>
            <a:r>
              <a:t>• 原型/实验结果</a:t>
            </a:r>
          </a:p>
          <a:p>
            <a:pPr>
              <a:spcAft>
                <a:spcPts val="1400"/>
              </a:spcAft>
              <a:defRPr sz="2000">
                <a:latin typeface="微软雅黑"/>
              </a:defRPr>
            </a:pPr>
            <a:r>
              <a:t>• 和现有方案对比</a:t>
            </a:r>
          </a:p>
          <a:p>
            <a:pPr>
              <a:spcAft>
                <a:spcPts val="1400"/>
              </a:spcAft>
              <a:defRPr sz="2000">
                <a:latin typeface="微软雅黑"/>
              </a:defRPr>
            </a:pPr>
            <a:r>
              <a:t>• 误差、边界、失败案例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430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作者 shingja · https://github.com/shingja/ustb-engineering-handbook-shingja · MIT⁠​‌‌​​‌​‌​‌‌‌​​‌‌​‌‌​‌​​​​​‌​‌‌‌‌​‌‌​‌‌‌‌​‌‌​​‌‌​​‌‌​​‌‌​​‌‌​‌​​‌​‌‌​​​‌‌​‌‌​​‌​‌⁠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微软雅黑"/>
              </a:defRPr>
            </a:pPr>
            <a:r>
              <a:t>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latin typeface="微软雅黑"/>
              </a:defRPr>
            </a:pPr>
            <a:r>
              <a:t>• 谁负责什么</a:t>
            </a:r>
          </a:p>
          <a:p>
            <a:pPr>
              <a:spcAft>
                <a:spcPts val="1400"/>
              </a:spcAft>
              <a:defRPr sz="2000">
                <a:latin typeface="微软雅黑"/>
              </a:defRPr>
            </a:pPr>
            <a:r>
              <a:t>• 关键节点的交接物</a:t>
            </a:r>
          </a:p>
          <a:p>
            <a:pPr>
              <a:spcAft>
                <a:spcPts val="1400"/>
              </a:spcAft>
              <a:defRPr sz="2000">
                <a:latin typeface="微软雅黑"/>
              </a:defRPr>
            </a:pPr>
            <a:r>
              <a:t>• 备份与退出机制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430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作者 shingja · https://github.com/shingja/ustb-engineering-handbook-shingja · MIT⁠​‌‌​​‌​‌​‌‌‌​​‌‌​‌‌​‌​​​​​‌​‌‌‌‌​‌‌​‌‌‌‌​‌‌​​‌‌​​‌‌​​‌‌​​‌‌​‌​​‌​‌‌​​​‌‌​‌‌​​‌​‌⁠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微软雅黑"/>
              </a:defRPr>
            </a:pPr>
            <a:r>
              <a:t>进度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latin typeface="微软雅黑"/>
              </a:defRPr>
            </a:pPr>
            <a:r>
              <a:t>• 已完成</a:t>
            </a:r>
          </a:p>
          <a:p>
            <a:pPr>
              <a:spcAft>
                <a:spcPts val="1400"/>
              </a:spcAft>
              <a:defRPr sz="2000">
                <a:latin typeface="微软雅黑"/>
              </a:defRPr>
            </a:pPr>
            <a:r>
              <a:t>• 进行中</a:t>
            </a:r>
          </a:p>
          <a:p>
            <a:pPr>
              <a:spcAft>
                <a:spcPts val="1400"/>
              </a:spcAft>
              <a:defRPr sz="2000">
                <a:latin typeface="微软雅黑"/>
              </a:defRPr>
            </a:pPr>
            <a:r>
              <a:t>• 下一步与风险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430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作者 shingja · https://github.com/shingja/ustb-engineering-handbook-shingja · MIT⁠​‌‌​​‌​‌​‌‌‌​​‌‌​‌‌​‌​​​​​‌​‌‌‌‌​‌‌​‌‌‌‌​‌‌​​‌‌​​‌‌​​‌‌​​‌‌​‌​​‌​‌‌​​​‌‌​‌‌​​‌​‌⁠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微软雅黑"/>
              </a:defRPr>
            </a:pPr>
            <a:r>
              <a:t>风险与应对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latin typeface="微软雅黑"/>
              </a:defRPr>
            </a:pPr>
            <a:r>
              <a:t>• 技术风险</a:t>
            </a:r>
          </a:p>
          <a:p>
            <a:pPr>
              <a:spcAft>
                <a:spcPts val="1400"/>
              </a:spcAft>
              <a:defRPr sz="2000">
                <a:latin typeface="微软雅黑"/>
              </a:defRPr>
            </a:pPr>
            <a:r>
              <a:t>• 进度风险</a:t>
            </a:r>
          </a:p>
          <a:p>
            <a:pPr>
              <a:spcAft>
                <a:spcPts val="1400"/>
              </a:spcAft>
              <a:defRPr sz="2000">
                <a:latin typeface="微软雅黑"/>
              </a:defRPr>
            </a:pPr>
            <a:r>
              <a:t>• 人员/经费风险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430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作者 shingja · https://github.com/shingja/ustb-engineering-handbook-shingja · MIT⁠​‌‌​​‌​‌​‌‌‌​​‌‌​‌‌​‌​​​​​‌​‌‌‌‌​‌‌​‌‌‌‌​‌‌​​‌‌​​‌‌​​‌‌​​‌‌​‌​​‌​‌‌​​​‌‌​‌‌​​‌​‌⁠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2222"/>
                </a:solidFill>
                <a:latin typeface="微软雅黑"/>
              </a:defRPr>
            </a:pPr>
            <a:r>
              <a:t>结束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latin typeface="微软雅黑"/>
              </a:defRPr>
            </a:pPr>
            <a:r>
              <a:t>• 谢谢</a:t>
            </a:r>
          </a:p>
          <a:p>
            <a:pPr>
              <a:spcAft>
                <a:spcPts val="1400"/>
              </a:spcAft>
              <a:defRPr sz="2000">
                <a:latin typeface="微软雅黑"/>
              </a:defRPr>
            </a:pPr>
            <a:r>
              <a:t>• Q&amp;A</a:t>
            </a:r>
          </a:p>
          <a:p>
            <a:pPr>
              <a:spcAft>
                <a:spcPts val="1400"/>
              </a:spcAft>
              <a:defRPr sz="2000">
                <a:latin typeface="微软雅黑"/>
              </a:defRPr>
            </a:pPr>
            <a:r>
              <a:t>• 项目仓库 / 联系方式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430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作者 shingja · https://github.com/shingja/ustb-engineering-handbook-shingja · MIT⁠​‌‌​​‌​‌​‌‌‌​​‌‌​‌‌​‌​​​​​‌​‌‌‌‌​‌‌​‌‌‌‌​‌‌​​‌‌​​‌‌​​‌‌​​‌‌​‌​​‌​‌‌​​​‌‌​‌‌​​‌​‌⁠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shingja</dc:creator>
  <cp:keywords>esh/office</cp:keywords>
  <dc:description/>
  <cp:lastModifiedBy>shingja</cp:lastModifiedBy>
  <cp:revision>1</cp:revision>
  <dcterms:created xsi:type="dcterms:W3CDTF">2013-01-27T09:14:16Z</dcterms:created>
  <dcterms:modified xsi:type="dcterms:W3CDTF">2013-01-27T09:15:58Z</dcterms:modified>
  <cp:category>handbook-template</cp:category>
  <dc:identifier/>
  <dc:language/>
  <cp:version/>
</cp:coreProperties>
</file>